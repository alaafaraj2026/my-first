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9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6943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5215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6122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8854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8145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32281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1830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49092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81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3362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555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4700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بطاقة اسم ذات اقتبا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2754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اب أو خط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ar-SA"/>
              <a:t>حرر أنماط نص الشكل الرئيسي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ar-SA"/>
              <a:t>حرر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0676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827763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53043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7671-EAFC-459A-A43B-96EC2FACA501}" type="datetimeFigureOut">
              <a:rPr lang="ar-SA" smtClean="0"/>
              <a:t>20/04/48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05E82B-9A05-4D5C-B80C-EC1B2A14AA5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13912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22F537C-350C-4795-A79D-A27C2BD22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788" y="1047750"/>
            <a:ext cx="8915399" cy="2262781"/>
          </a:xfrm>
        </p:spPr>
        <p:txBody>
          <a:bodyPr>
            <a:normAutofit/>
          </a:bodyPr>
          <a:lstStyle/>
          <a:p>
            <a:r>
              <a:rPr lang="ar-SA" sz="9600" i="1" dirty="0">
                <a:cs typeface="DecoType Naskh Extensions" panose="02010400000000000000" pitchFamily="2" charset="-78"/>
              </a:rPr>
              <a:t>البرمجة ومعلومات عنها 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D3B01153-A5C5-4BB8-A092-BE5057B35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9301" y="3547470"/>
            <a:ext cx="8915399" cy="1537696"/>
          </a:xfrm>
        </p:spPr>
        <p:txBody>
          <a:bodyPr>
            <a:noAutofit/>
          </a:bodyPr>
          <a:lstStyle/>
          <a:p>
            <a:pPr algn="ctr"/>
            <a:r>
              <a:rPr lang="ar-SA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DecoType Naskh Extensions" panose="02010400000000000000" pitchFamily="2" charset="-78"/>
              </a:rPr>
              <a:t> تقديم:</a:t>
            </a:r>
          </a:p>
          <a:p>
            <a:pPr algn="ctr"/>
            <a:r>
              <a:rPr lang="ar-SA" sz="4000" b="1" dirty="0">
                <a:latin typeface="Calibri Light" panose="020F0302020204030204" pitchFamily="34" charset="0"/>
                <a:ea typeface="Calibri Light" panose="020F0302020204030204" pitchFamily="34" charset="0"/>
                <a:cs typeface="DecoType Naskh Extensions" panose="02010400000000000000" pitchFamily="2" charset="-78"/>
              </a:rPr>
              <a:t>الاء عبدالله حسين فرج</a:t>
            </a:r>
          </a:p>
        </p:txBody>
      </p:sp>
    </p:spTree>
    <p:extLst>
      <p:ext uri="{BB962C8B-B14F-4D97-AF65-F5344CB8AC3E}">
        <p14:creationId xmlns:p14="http://schemas.microsoft.com/office/powerpoint/2010/main" val="339598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7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62CB85-BBED-4B2D-8D94-874F248D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ar-SA" sz="8000" dirty="0">
                <a:cs typeface="Akhbar MT" pitchFamily="2" charset="-78"/>
              </a:rPr>
              <a:t>ماهي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2BDED75-AD1B-4390-9EC9-F585E5B53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295775"/>
          </a:xfrm>
        </p:spPr>
        <p:txBody>
          <a:bodyPr>
            <a:noAutofit/>
          </a:bodyPr>
          <a:lstStyle/>
          <a:p>
            <a:r>
              <a:rPr lang="ar-SA" sz="4000" dirty="0">
                <a:latin typeface="Arial" panose="020B0604020202020204" pitchFamily="34" charset="0"/>
                <a:cs typeface="Arial" panose="020B0604020202020204" pitchFamily="34" charset="0"/>
              </a:rPr>
              <a:t>هي عملية كتابة مجموعة من التعليمات والأوامر بلغة يفهمها الحاسوب وذلك لتوجيهه لتنفيذ مهام محدده , معالجة البيانات , أو حل مشكلات معينة.</a:t>
            </a:r>
          </a:p>
          <a:p>
            <a:pPr marL="0" indent="0">
              <a:buNone/>
            </a:pPr>
            <a:endParaRPr lang="ar-SA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r-SA" sz="4000" dirty="0">
                <a:latin typeface="Arial" panose="020B0604020202020204" pitchFamily="34" charset="0"/>
                <a:cs typeface="Arial" panose="020B0604020202020204" pitchFamily="34" charset="0"/>
              </a:rPr>
              <a:t>ببساطة: هي الطريقة التي نتواصل بها مع الأجهزة الذكية لنخبره بما يجب عليه فعله.</a:t>
            </a:r>
          </a:p>
        </p:txBody>
      </p:sp>
    </p:spTree>
    <p:extLst>
      <p:ext uri="{BB962C8B-B14F-4D97-AF65-F5344CB8AC3E}">
        <p14:creationId xmlns:p14="http://schemas.microsoft.com/office/powerpoint/2010/main" val="265662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36ED3EF-02BF-44F9-A60A-CE013766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ar-SA" sz="7200" dirty="0">
                <a:cs typeface="Akhbar MT" pitchFamily="2" charset="-78"/>
              </a:rPr>
              <a:t>كيف تعمل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F6FF6A-6693-43B6-B3DA-649831212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599"/>
            <a:ext cx="8915400" cy="43978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تعمل البرمجة على خطوات منطقية متسلسلة: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كتابة الشفرة(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): يكتب المبرمج الأوامر باستخدام احدى لغات البرمجة.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الترجمة او التفسير(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Compilation/interpretation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): يقوم المبرمج خاص(المترجم) بتحويل هذه الشفرة التي يفهمها البشر الى لغة الآلة (اصفار و واحد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0 , 1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 التي يفهمها المعالج.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التنفيذ(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): ينفذ الحاسوب الأوامر بدقة ليظهر الناتج للمستخدم على شكل تطبيقات , مواقع ويب , او العاب.</a:t>
            </a:r>
          </a:p>
        </p:txBody>
      </p:sp>
    </p:spTree>
    <p:extLst>
      <p:ext uri="{BB962C8B-B14F-4D97-AF65-F5344CB8AC3E}">
        <p14:creationId xmlns:p14="http://schemas.microsoft.com/office/powerpoint/2010/main" val="795431588"/>
      </p:ext>
    </p:extLst>
  </p:cSld>
  <p:clrMapOvr>
    <a:masterClrMapping/>
  </p:clrMapOvr>
  <p:transition spd="slow">
    <p:push dir="u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6CAA3FA-98F3-426B-89D3-8655B878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000" y="0"/>
            <a:ext cx="8911687" cy="1280890"/>
          </a:xfrm>
        </p:spPr>
        <p:txBody>
          <a:bodyPr>
            <a:noAutofit/>
          </a:bodyPr>
          <a:lstStyle/>
          <a:p>
            <a:pPr algn="r"/>
            <a:r>
              <a:rPr lang="ar-SA" sz="8000" dirty="0">
                <a:cs typeface="Akhbar MT" pitchFamily="2" charset="-78"/>
              </a:rPr>
              <a:t>ماهي لغات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C8C4526-44AC-4FF6-8C1C-51A01741D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537" y="1280890"/>
            <a:ext cx="8915400" cy="56197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هي لغات وسيطة تستخدم لكتابة هذه التعليمات والأوامر وتنقسم عادة الى:</a:t>
            </a:r>
          </a:p>
          <a:p>
            <a:pPr>
              <a:buFont typeface="+mj-lt"/>
              <a:buAutoNum type="arabicParenR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 لغات عالية المستوى(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High-Level Languages</a:t>
            </a: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buNone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قريبة من لغة البشر وتتميز بسهولة القراءة والكتابة مثل 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python , java, java script ,++c</a:t>
            </a: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endParaRPr lang="ar-SA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arenR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 لغات منخفضة المستوى(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Low-Level Languages</a:t>
            </a: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buNone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قريبة من لغات الآلة (النظام الثنائي) وتتعامل مباشرة مع عتاد الجهاز مثل لغة التجميع 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Assembly</a:t>
            </a: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) ولغة 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05365529"/>
      </p:ext>
    </p:extLst>
  </p:cSld>
  <p:clrMapOvr>
    <a:masterClrMapping/>
  </p:clrMapOvr>
  <p:transition spd="slow">
    <p:push dir="u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5971FDA-59F0-4421-8AD3-7620870E2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525" y="0"/>
            <a:ext cx="8911687" cy="1280890"/>
          </a:xfrm>
        </p:spPr>
        <p:txBody>
          <a:bodyPr>
            <a:normAutofit/>
          </a:bodyPr>
          <a:lstStyle/>
          <a:p>
            <a:pPr algn="r"/>
            <a:r>
              <a:rPr lang="ar-SA" sz="7200" dirty="0">
                <a:cs typeface="Akhbar MT" pitchFamily="2" charset="-78"/>
              </a:rPr>
              <a:t>ماهي اهم استخدامات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F5D659-7908-45B7-9A72-AAC9221B1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1525" y="1280890"/>
            <a:ext cx="8915400" cy="5367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ar-SA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ar-SA" sz="2800" dirty="0">
                <a:latin typeface="Arial" panose="020B0604020202020204" pitchFamily="34" charset="0"/>
                <a:cs typeface="Arial" panose="020B0604020202020204" pitchFamily="34" charset="0"/>
              </a:rPr>
              <a:t>. تطوير مواقع وتطبيقات الويب:</a:t>
            </a:r>
          </a:p>
          <a:p>
            <a:pPr marL="0" indent="0">
              <a:buNone/>
            </a:pPr>
            <a:r>
              <a:rPr lang="ar-SA" sz="2800" dirty="0">
                <a:latin typeface="Arial" panose="020B0604020202020204" pitchFamily="34" charset="0"/>
                <a:cs typeface="Arial" panose="020B0604020202020204" pitchFamily="34" charset="0"/>
              </a:rPr>
              <a:t>مثل متصفحات الانترنت والمواقع الإخبارية ومنصات التسوق.</a:t>
            </a:r>
          </a:p>
          <a:p>
            <a:pPr marL="0" indent="0">
              <a:buNone/>
            </a:pPr>
            <a:endParaRPr lang="ar-SA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800" dirty="0">
                <a:latin typeface="Arial" panose="020B0604020202020204" pitchFamily="34" charset="0"/>
                <a:cs typeface="Arial" panose="020B0604020202020204" pitchFamily="34" charset="0"/>
              </a:rPr>
              <a:t>2. تطبيقات الهواتف الذكية تطبيقات الأندرويد والآيفون.</a:t>
            </a:r>
          </a:p>
          <a:p>
            <a:pPr marL="0" indent="0">
              <a:buNone/>
            </a:pPr>
            <a:endParaRPr lang="ar-SA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800" dirty="0">
                <a:latin typeface="Arial" panose="020B0604020202020204" pitchFamily="34" charset="0"/>
                <a:cs typeface="Arial" panose="020B0604020202020204" pitchFamily="34" charset="0"/>
              </a:rPr>
              <a:t>3. الذكاء الاصطناعي وتعلم الآلة.</a:t>
            </a:r>
          </a:p>
          <a:p>
            <a:pPr marL="0" indent="0">
              <a:buNone/>
            </a:pPr>
            <a:endParaRPr lang="ar-SA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800" dirty="0">
                <a:latin typeface="Arial" panose="020B0604020202020204" pitchFamily="34" charset="0"/>
                <a:cs typeface="Arial" panose="020B0604020202020204" pitchFamily="34" charset="0"/>
              </a:rPr>
              <a:t>4. الأنظمة المدمجة وانترنت الأشياء تشغيل الأجهزة الذكية المنزلية , السيارات الحديثة , الأجهزة الطبية.</a:t>
            </a:r>
          </a:p>
        </p:txBody>
      </p:sp>
    </p:spTree>
    <p:extLst>
      <p:ext uri="{BB962C8B-B14F-4D97-AF65-F5344CB8AC3E}">
        <p14:creationId xmlns:p14="http://schemas.microsoft.com/office/powerpoint/2010/main" val="23858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C12F353-1D45-4689-BBF1-54E443CA2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512" y="266701"/>
            <a:ext cx="9418637" cy="2028824"/>
          </a:xfrm>
        </p:spPr>
        <p:txBody>
          <a:bodyPr>
            <a:noAutofit/>
          </a:bodyPr>
          <a:lstStyle/>
          <a:p>
            <a:pPr algn="r"/>
            <a:r>
              <a:rPr lang="ar-SA" sz="6000" dirty="0">
                <a:cs typeface="Akhbar MT" pitchFamily="2" charset="-78"/>
              </a:rPr>
              <a:t>ماهي اهم البرامج والتقنيات المستخدمة في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4235487-244D-44A0-B2CF-DD0240594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5050" y="2381251"/>
            <a:ext cx="9199562" cy="4286250"/>
          </a:xfrm>
        </p:spPr>
        <p:txBody>
          <a:bodyPr/>
          <a:lstStyle/>
          <a:p>
            <a:pPr marL="0" indent="0">
              <a:buNone/>
            </a:pPr>
            <a:r>
              <a:rPr lang="ar-SA" dirty="0"/>
              <a:t>1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. بيئات التطوير المتكاملة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IDEs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): برامج يكتب فيها المبرمجون الاكواد مثل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Visual studio code ,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intelliJ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idea,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pycharm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indent="0">
              <a:buNone/>
            </a:pP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2. أنظمة إدارة الإصدارات: مثل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Githud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, Git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) لحفظ الاكواد والتعاون عليها بين الفرق البرمجية.</a:t>
            </a:r>
          </a:p>
          <a:p>
            <a:pPr marL="0" indent="0">
              <a:buNone/>
            </a:pP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3. قواعد البيانات: لتخزين واسترجاع البيانات مثل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postgresSQL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, MongoDB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r-SA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4947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2A651E0-1BB8-41D0-97E6-A0AFBBF75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14325"/>
            <a:ext cx="8911687" cy="1152525"/>
          </a:xfrm>
        </p:spPr>
        <p:txBody>
          <a:bodyPr>
            <a:normAutofit fontScale="90000"/>
          </a:bodyPr>
          <a:lstStyle/>
          <a:p>
            <a:pPr algn="r"/>
            <a:r>
              <a:rPr lang="ar-SA" sz="7200" dirty="0">
                <a:cs typeface="Akhbar MT" pitchFamily="2" charset="-78"/>
              </a:rPr>
              <a:t>ماهي الوظائف المرتبطة بالبرمجة؟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B83C6A9-8C97-4A4E-B61C-88E29022E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4100" y="1581149"/>
            <a:ext cx="9180512" cy="52768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ar-SA" dirty="0"/>
              <a:t>1</a:t>
            </a: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. مطور واجهات امامية:</a:t>
            </a: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المسؤول عن شكل الموقع وتجربة المستخدم الظاهرة.</a:t>
            </a: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2. مطور واجهات خلفية:</a:t>
            </a: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المسؤول عن قواعد البيانات والخوادم والمنطق البرمجي الخفي.</a:t>
            </a:r>
          </a:p>
          <a:p>
            <a:pPr marL="0" indent="0">
              <a:buNone/>
            </a:pP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3. مطور شامل:</a:t>
            </a: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يجمع بين الواجهات الامامية والخلفية.</a:t>
            </a:r>
          </a:p>
          <a:p>
            <a:pPr marL="0" indent="0">
              <a:buNone/>
            </a:pPr>
            <a:endParaRPr lang="ar-SA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4. مهندس الذكاء الاصطناعي وتعليم الآلة:</a:t>
            </a:r>
          </a:p>
          <a:p>
            <a:pPr marL="0" indent="0">
              <a:buNone/>
            </a:pPr>
            <a:r>
              <a:rPr lang="ar-SA" sz="2400" dirty="0">
                <a:latin typeface="Arial" panose="020B0604020202020204" pitchFamily="34" charset="0"/>
                <a:cs typeface="Arial" panose="020B0604020202020204" pitchFamily="34" charset="0"/>
              </a:rPr>
              <a:t>بناء نماذج ذكية وخوارزميات معقده.</a:t>
            </a:r>
          </a:p>
        </p:txBody>
      </p:sp>
    </p:spTree>
    <p:extLst>
      <p:ext uri="{BB962C8B-B14F-4D97-AF65-F5344CB8AC3E}">
        <p14:creationId xmlns:p14="http://schemas.microsoft.com/office/powerpoint/2010/main" val="309811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BF68CA8-07AC-4821-BEC2-09624824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15896"/>
            <a:ext cx="8911687" cy="1280890"/>
          </a:xfrm>
        </p:spPr>
        <p:txBody>
          <a:bodyPr>
            <a:normAutofit/>
          </a:bodyPr>
          <a:lstStyle/>
          <a:p>
            <a:pPr algn="r"/>
            <a:r>
              <a:rPr lang="ar-SA" sz="6000" dirty="0">
                <a:cs typeface="Akhbar MT" pitchFamily="2" charset="-78"/>
              </a:rPr>
              <a:t>ماهي مميزات مجال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5B862F7-9EBC-4A2E-B256-F24EC21A9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3" y="1496787"/>
            <a:ext cx="9136969" cy="4953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  <a:buAutoNum type="arabicPeriod"/>
            </a:pPr>
            <a:r>
              <a:rPr lang="ar-SA" sz="3600" dirty="0">
                <a:cs typeface="Akhbar MT" pitchFamily="2" charset="-78"/>
              </a:rPr>
              <a:t>المرونة العالية: إمكانية العمل عن بعد من أي مكان في العالم.</a:t>
            </a:r>
          </a:p>
          <a:p>
            <a:pPr>
              <a:lnSpc>
                <a:spcPct val="160000"/>
              </a:lnSpc>
              <a:buAutoNum type="arabicPeriod"/>
            </a:pPr>
            <a:r>
              <a:rPr lang="ar-SA" sz="3600" dirty="0">
                <a:cs typeface="Akhbar MT" pitchFamily="2" charset="-78"/>
              </a:rPr>
              <a:t>الطلب المرتفع: حاجة جميع الشركات بمختلف قطاعاتها للمبرمجين.</a:t>
            </a:r>
          </a:p>
          <a:p>
            <a:pPr>
              <a:lnSpc>
                <a:spcPct val="160000"/>
              </a:lnSpc>
              <a:buAutoNum type="arabicPeriod"/>
            </a:pPr>
            <a:r>
              <a:rPr lang="ar-SA" sz="3600" dirty="0">
                <a:cs typeface="Akhbar MT" pitchFamily="2" charset="-78"/>
              </a:rPr>
              <a:t>العائد المادي المجزي: تعد الوظائف التقنية من الأعلى احصائياً من حيث الرواتب.</a:t>
            </a:r>
          </a:p>
          <a:p>
            <a:pPr>
              <a:lnSpc>
                <a:spcPct val="160000"/>
              </a:lnSpc>
              <a:buAutoNum type="arabicPeriod"/>
            </a:pPr>
            <a:r>
              <a:rPr lang="ar-SA" sz="3600" dirty="0">
                <a:cs typeface="Akhbar MT" pitchFamily="2" charset="-78"/>
              </a:rPr>
              <a:t>تنمية التفكير النقدي: تعلم البرمجة ينمي مهارات حل المشكلات والتفكير المنطقي.</a:t>
            </a:r>
          </a:p>
          <a:p>
            <a:pPr>
              <a:buAutoNum type="arabicPeriod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4911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1CEA6E1-54B0-43DA-803D-3BE6F14F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A" sz="6000" dirty="0">
                <a:cs typeface="Akhbar MT" pitchFamily="2" charset="-78"/>
              </a:rPr>
              <a:t>ماهي التحديات التي تواجه مجال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43D5E81-B883-4230-A185-E36E8060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3" y="1804307"/>
            <a:ext cx="9136969" cy="48250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التعلم المستمر: التقنيات تتغير وتتطور بسرعة هائلة , مما يتطلب مواكبة دائمة.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الضغط الذهني: حل المشكلات البرمجية المعقدة واكتشاف الأخطاء قد يستغرق وقتاً طويلاً وجهداً ذهنياً.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الجلوس لفترات طويلة: التأثيرات الصحية المحتملة نتيجة العمل المكتبي المستمر امام الشاشات.</a:t>
            </a:r>
          </a:p>
        </p:txBody>
      </p:sp>
    </p:spTree>
    <p:extLst>
      <p:ext uri="{BB962C8B-B14F-4D97-AF65-F5344CB8AC3E}">
        <p14:creationId xmlns:p14="http://schemas.microsoft.com/office/powerpoint/2010/main" val="52491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7FE2507-D381-4F45-B1B8-1CC8039C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ar-SA" sz="6600" dirty="0">
                <a:cs typeface="Akhbar MT" pitchFamily="2" charset="-78"/>
              </a:rPr>
              <a:t>ما هو مستقبل مجال البرمجة؟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14FDD56-0D53-45BE-BBBA-F4FF25260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8850" y="1787979"/>
            <a:ext cx="9275762" cy="493939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الذكاء الاصطناعي التوليدي: أدوات مساعدة المبرمجين (مثل مساعدات الذكاء الاصطناعي) التي تسهل وتسرع كتابة الاكواد.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التركيز على الابتكار: انتقال التركيز من كتابة الاكواد التقليدية الى ابتكار حلول وتصميم أنظمة معقدة.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ar-SA" sz="3200" dirty="0">
                <a:latin typeface="Arial" panose="020B0604020202020204" pitchFamily="34" charset="0"/>
                <a:cs typeface="Arial" panose="020B0604020202020204" pitchFamily="34" charset="0"/>
              </a:rPr>
              <a:t>التحول الرقمي الشامل: اعتماد المزيد من القطاعات (كالصحة والتعليم والصناعة) على التقنية والبرمجة</a:t>
            </a:r>
            <a:r>
              <a:rPr lang="ar-S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418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  <p:sndAc>
          <p:stSnd>
            <p:snd r:embed="rId2" name="chimes.wav"/>
          </p:stSnd>
        </p:sndAc>
      </p:transition>
    </mc:Choice>
    <mc:Fallback xmlns="">
      <p:transition spd="slow">
        <p:push dir="u"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F85DEAB-D276-41DC-B294-9A2DD56E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292" y="913355"/>
            <a:ext cx="4784521" cy="2088859"/>
          </a:xfrm>
        </p:spPr>
        <p:txBody>
          <a:bodyPr>
            <a:noAutofit/>
          </a:bodyPr>
          <a:lstStyle/>
          <a:p>
            <a:pPr algn="r"/>
            <a:r>
              <a:rPr lang="ar-SA" sz="6600" dirty="0">
                <a:latin typeface="Aldhabi" panose="01000000000000000000" pitchFamily="2" charset="-78"/>
                <a:cs typeface="DecoType Naskh" panose="02010400000000000000" pitchFamily="2" charset="-78"/>
              </a:rPr>
              <a:t>شكراً لاستماعكن يا مبرمجات المستقبل.</a:t>
            </a:r>
          </a:p>
        </p:txBody>
      </p:sp>
      <p:pic>
        <p:nvPicPr>
          <p:cNvPr id="5" name="عنصر نائب للمحتوى 4">
            <a:extLst>
              <a:ext uri="{FF2B5EF4-FFF2-40B4-BE49-F238E27FC236}">
                <a16:creationId xmlns:a16="http://schemas.microsoft.com/office/drawing/2014/main" id="{78071426-5F7C-450A-A0A6-5F30E243F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0100"/>
            <a:ext cx="6213021" cy="585379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وجه ضاحك 5">
            <a:extLst>
              <a:ext uri="{FF2B5EF4-FFF2-40B4-BE49-F238E27FC236}">
                <a16:creationId xmlns:a16="http://schemas.microsoft.com/office/drawing/2014/main" id="{9990A63A-5469-464E-BB51-B557C887B315}"/>
              </a:ext>
            </a:extLst>
          </p:cNvPr>
          <p:cNvSpPr/>
          <p:nvPr/>
        </p:nvSpPr>
        <p:spPr>
          <a:xfrm>
            <a:off x="9478161" y="4150824"/>
            <a:ext cx="2676088" cy="2503069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7" name="قلب 6">
            <a:extLst>
              <a:ext uri="{FF2B5EF4-FFF2-40B4-BE49-F238E27FC236}">
                <a16:creationId xmlns:a16="http://schemas.microsoft.com/office/drawing/2014/main" id="{EFCB3A9B-B10F-4EB2-A8AC-1972971C2457}"/>
              </a:ext>
            </a:extLst>
          </p:cNvPr>
          <p:cNvSpPr/>
          <p:nvPr/>
        </p:nvSpPr>
        <p:spPr>
          <a:xfrm>
            <a:off x="6467912" y="4150823"/>
            <a:ext cx="2441196" cy="2503069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23536637"/>
      </p:ext>
    </p:extLst>
  </p:cSld>
  <p:clrMapOvr>
    <a:masterClrMapping/>
  </p:clrMapOvr>
  <p:transition spd="slow">
    <p:push dir="u"/>
    <p:sndAc>
      <p:stSnd>
        <p:snd r:embed="rId2" name="chim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ربطة">
  <a:themeElements>
    <a:clrScheme name="ربطة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ربطة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ربطة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184</TotalTime>
  <Words>559</Words>
  <Application>Microsoft Office PowerPoint</Application>
  <PresentationFormat>شاشة عريضة</PresentationFormat>
  <Paragraphs>60</Paragraphs>
  <Slides>11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21" baseType="lpstr">
      <vt:lpstr>Akhbar MT</vt:lpstr>
      <vt:lpstr>Aldhabi</vt:lpstr>
      <vt:lpstr>Arial</vt:lpstr>
      <vt:lpstr>Calibri Light</vt:lpstr>
      <vt:lpstr>Century Gothic</vt:lpstr>
      <vt:lpstr>DecoType Naskh</vt:lpstr>
      <vt:lpstr>DecoType Naskh Extensions</vt:lpstr>
      <vt:lpstr>Tahoma</vt:lpstr>
      <vt:lpstr>Wingdings 3</vt:lpstr>
      <vt:lpstr>ربطة</vt:lpstr>
      <vt:lpstr>البرمجة ومعلومات عنها </vt:lpstr>
      <vt:lpstr>ماهي البرمجة؟</vt:lpstr>
      <vt:lpstr>كيف تعمل البرمجة؟</vt:lpstr>
      <vt:lpstr>ماهي لغات البرمجة؟</vt:lpstr>
      <vt:lpstr>ماهي اهم استخدامات البرمجة؟</vt:lpstr>
      <vt:lpstr>ماهي اهم البرامج والتقنيات المستخدمة في البرمجة؟</vt:lpstr>
      <vt:lpstr>ماهي الوظائف المرتبطة بالبرمجة؟</vt:lpstr>
      <vt:lpstr>ماهي مميزات مجال البرمجة؟</vt:lpstr>
      <vt:lpstr>ماهي التحديات التي تواجه مجال البرمجة؟</vt:lpstr>
      <vt:lpstr>ما هو مستقبل مجال البرمجة؟</vt:lpstr>
      <vt:lpstr>شكراً لاستماعكن يا مبرمجات المستقبل.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البرمجة ومعلومات عنها</dc:title>
  <dc:creator>Alifa</dc:creator>
  <cp:lastModifiedBy>Alifa</cp:lastModifiedBy>
  <cp:revision>23</cp:revision>
  <dcterms:created xsi:type="dcterms:W3CDTF">2026-10-01T11:04:32Z</dcterms:created>
  <dcterms:modified xsi:type="dcterms:W3CDTF">2026-10-02T01:37:13Z</dcterms:modified>
</cp:coreProperties>
</file>